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OPENLAW | Category: LEGAL_TECH</a:t>
            </a:r>
          </a:p>
          <a:p>
            <a:r>
              <a:rPr sz="1400"/>
              <a:t>Upstream: https://github.com/nicedoc/OpenLaw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OPENLAW.</a:t>
            </a:r>
          </a:p>
          <a:p>
            <a:r>
              <a:rPr sz="1400"/>
              <a:t>Blockchain-based smart legal contracts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OPENLAW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