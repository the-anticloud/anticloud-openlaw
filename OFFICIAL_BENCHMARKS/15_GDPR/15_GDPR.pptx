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2026-10-02T09:57:43.091980Z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