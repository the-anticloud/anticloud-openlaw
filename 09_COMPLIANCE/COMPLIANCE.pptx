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Compliance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Upstream: https://github.com/nicedoc/OpenLaw</a:t>
            </a:r>
          </a:p>
          <a:p>
            <a:r>
              <a:rPr sz="1400"/>
              <a:t>License: Apache 2.0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License Compliance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- Upstream Apache 2.0 license preserved in all distributions</a:t>
            </a:r>
          </a:p>
          <a:p>
            <a:r>
              <a:rPr sz="1400"/>
              <a:t>- No GPL/AGPL contamination in dependency tree</a:t>
            </a:r>
          </a:p>
          <a:p>
            <a:r>
              <a:rPr sz="1400"/>
              <a:t>- Anticloud additions under Anticommons 0.1.0</a:t>
            </a:r>
          </a:p>
          <a:p>
            <a:r>
              <a:rPr sz="1400"/>
              <a:t>- All dependencies pinned to audited versions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Data Compliance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- AES-256 encryption at rest for all sensitive data</a:t>
            </a:r>
          </a:p>
          <a:p>
            <a:r>
              <a:rPr sz="1400"/>
              <a:t>- AIOSS append-only audit trail (GDPR Article 30 aligned)</a:t>
            </a:r>
          </a:p>
          <a:p>
            <a:r>
              <a:rPr sz="1400"/>
              <a:t>- Zero third-party data transmission in offline mode</a:t>
            </a:r>
          </a:p>
          <a:p>
            <a:r>
              <a:rPr sz="1400"/>
              <a:t>- Role-based access control with cryptographic audit log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Security Compliance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- OWASP Top 10 mitigations applied (see OFFICIAL_BENCHMARKS/03_OWASP.md)</a:t>
            </a:r>
          </a:p>
          <a:p>
            <a:r>
              <a:rPr sz="1400"/>
              <a:t>- Dependency vulnerability scanning via local OSV database</a:t>
            </a:r>
          </a:p>
          <a:p>
            <a:r>
              <a:rPr sz="1400"/>
              <a:t>- No telemetry or analytics transmitted externally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Status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Compliance review pending first verified build.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